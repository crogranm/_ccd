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77" r:id="rId2"/>
    <p:sldId id="267" r:id="rId3"/>
    <p:sldId id="274" r:id="rId4"/>
    <p:sldId id="275" r:id="rId5"/>
    <p:sldId id="276" r:id="rId6"/>
    <p:sldId id="278" r:id="rId7"/>
    <p:sldId id="271" r:id="rId8"/>
    <p:sldId id="272" r:id="rId9"/>
    <p:sldId id="273" r:id="rId10"/>
  </p:sldIdLst>
  <p:sldSz cx="12192000" cy="6858000"/>
  <p:notesSz cx="6858000" cy="9144000"/>
  <p:embeddedFontLs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3" autoAdjust="0"/>
    <p:restoredTop sz="94660"/>
  </p:normalViewPr>
  <p:slideViewPr>
    <p:cSldViewPr snapToGrid="0">
      <p:cViewPr varScale="1">
        <p:scale>
          <a:sx n="95" d="100"/>
          <a:sy n="95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892B4-CBC8-4734-B3C2-3C64F24A3105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55C3D-4FE4-4552-9753-F8B9FC0FC2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46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CEC43-619E-EB26-831F-F502A12D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F6266F-41BB-0D01-B8F2-A62ED3FEA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D599F-302C-C207-0267-15BDA5F52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F41096-4847-DD3F-9D32-EB2CF4950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785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106B7-48A7-0CB5-E165-4FBCB5E6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2FE726-05A2-3029-9ECA-2FE0D1FDE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58F9A3-2DC4-85E6-4CF6-6F78A6456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F70193-BF35-30F1-7A7E-272B7C57B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410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1DFB-1E01-40E1-6AF4-007DBF52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1FE01-5237-7C72-12D5-3A1907BF1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36987B-532E-409A-8A52-9252FCB1F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A5AA32-F2B9-1025-141E-A9AD6FB9D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053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4D13-FD40-0DCB-AFEF-7B266ABC9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C33533-FE5E-73DF-A083-F91F36334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719CE-A6ED-38A1-5E23-87C38B742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932C7A-D209-2070-1422-E241E134F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48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4B44-7A32-20F8-D802-27DEA159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8994E4-0AC1-6E6A-604F-FC4BAE0F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614190-1EFC-A948-0D13-061EB142B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235E7A-DBED-FF45-A3C6-19BF13437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908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79393-49E8-AFD3-B289-5B5F6E386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2FFF2B-6F44-5D53-D242-75D70F410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FDA714-2FD3-200D-DD78-4C45329E2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C937C-16EC-29EE-C6FA-59EFFAC0E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733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D0A1-845C-E7B9-550A-D4BBE22C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4120C0-24F2-91FF-6108-725D72EBE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862B51-13BA-68EA-B0FD-1C0448F31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676FB3-F0A9-9E49-638C-02B004538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682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28AA-E269-6551-A831-AD7C3C65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0A8DAF-3CE3-2D19-D97A-BABB9327D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7D83B4-7434-2674-3DD1-D73CA07AD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4D586C-9E2E-4D11-12B6-40595B621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789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BAA7-9985-34EC-0000-2ABB4FEF4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83D2DF-4A67-385F-72EF-92A172B72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F35A5C-DB1D-616F-80B6-289D4C268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BB1632-C620-A57E-0452-BD21922B0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755C3D-4FE4-4552-9753-F8B9FC0FC2E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667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09A09-6697-F6FC-0652-191318168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26247B-40E4-D534-4F2A-FDC7DA48D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C42FF2-8CA3-590A-96A7-2F2930BC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22D3AA-E2C9-37D9-DB34-720D0AD7B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CAB5FC-815E-8A67-CF08-48E1FD01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33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50476-61A8-0162-7BB0-5C3E7B09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4F5466-9E79-AE81-6606-9E8FEFEB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F99F12-2564-DD17-6E76-4AD6B7B1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C206BF-6DF4-6120-BCEA-FD6CBB954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A0B001-EB28-FC6F-EE9E-19D1AF63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364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59F15-963B-9CBE-3302-13A3BA1AF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994679-2E62-3B86-0326-4AE37055A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892E4-0DB5-0E36-E62F-48D93812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E8A3E-1B55-93A0-8056-9E611091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20D32C-E676-5D8D-C08E-0A15E5DAE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60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3E2CA-1203-07BD-9924-4DD3AA25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6BFA16-1AA5-8F0E-3900-CF47F176FA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560CB2-9EEA-D68C-EA2D-98F9B7A8C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21C493-BF60-F613-E47C-665C50483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9C27B2-3FCA-EE28-B6E5-B2816BAD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B2C0B5-5685-7B39-9BC1-436FAA9E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338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C6A34-4AA9-21C0-35C0-F15A7D82C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C5B045-FD9F-0BF2-4747-719F12497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D3E059-3EBB-078A-735C-95EEBD1EC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EDF22E-04A8-590C-402D-B66636AA7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F08A5B-116C-191A-C8F3-9F60CB242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745F3F-8ED1-5654-BDCA-D777B9DD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65CDFA-1781-F777-A907-0141FA6F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CFAD87-3AC4-37CA-9E23-8F0FF1A0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26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2F9FB-D223-115E-01EF-CDBA4BDAB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B8E033-DC46-A40A-D6DE-7575B613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0578F6-AD35-653F-E67F-0AFFEBA2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969999-4806-5FA8-B814-820BF868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46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레이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E96145-BCCB-9527-E848-9181A60589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579B566-F471-E2B2-720C-5B67CB2584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0000"/>
          </a:blip>
          <a:stretch>
            <a:fillRect/>
          </a:stretch>
        </p:blipFill>
        <p:spPr>
          <a:xfrm>
            <a:off x="3513079" y="846081"/>
            <a:ext cx="5165838" cy="5165838"/>
          </a:xfrm>
          <a:prstGeom prst="rect">
            <a:avLst/>
          </a:prstGeom>
        </p:spPr>
      </p:pic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8D993E-2890-A1EB-F8A2-4CE0BBAE9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FDE07E-3C99-91F5-5A79-FBB8789C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05939-1575-EFBA-E1CE-BB146151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04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C228F-F7AC-5759-CF42-E699619D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258DD9-1750-A3FC-88C2-FBB07E098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AEE730-8E3B-F082-54A9-FB8982DB0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9FF3F5-8C46-84D7-B43E-429767FC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9620BF-8A8C-2B0D-E0A6-992419DB9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D4F1CE-AD51-CA33-4442-1F9ECBA6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79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ADACC-1C0A-E4E8-DEEB-EA1B969D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2D10C0-058C-AA8B-E826-76DE999AB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41C2C4-3312-80A5-B36B-708652816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7253F9-203A-A78E-90B0-85B64274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A3793D-A873-7329-3146-0A90B02E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5A99F5-B573-8412-C30F-FF2019A2E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2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C2A2B-C510-F70F-9683-5A7A5B17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43161-EED1-75BC-25AF-7B6BDD175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A13BAF-2C86-187B-6AAA-0D5ACC6D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1FC-A2FA-6FFA-516B-2FE9645B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97876B-CBA7-9E74-F095-D3A9E2AA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91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2861E1-7731-31E5-9393-F438C910F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7F840-A73F-2C2C-06AB-EDB095CF7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00C1F-E761-911A-084D-262F3CAE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448E2E-FDC4-DFAF-9166-579248D4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7E161-5757-DBB5-0813-8E51625C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585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8CBC87-004E-654C-A69D-F190FA409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A28D21-152A-CCC7-A692-019F69208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1F4A51-250F-306A-3963-7FB46FE16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E8754-ABD7-4690-81EE-6B7580766566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DEF6B3-4B88-9EF2-300F-F80AA7E60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65263-0007-CAC5-7FC1-0F3F51B3B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E9047-6C6F-499F-AB2D-1080EC257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55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9DDAF-5AC0-6494-04BF-05CB6A42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9333BB6A-9A83-EDD0-378F-005D88F3F614}"/>
              </a:ext>
            </a:extLst>
          </p:cNvPr>
          <p:cNvSpPr txBox="1"/>
          <p:nvPr/>
        </p:nvSpPr>
        <p:spPr>
          <a:xfrm>
            <a:off x="2278045" y="1479618"/>
            <a:ext cx="7635902" cy="4886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명령어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(‘~’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누르면 콘솔 활성 가능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CCD_FreezeAI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en-US" altLang="ko-KR" b="1" dirty="0" err="1">
                <a:latin typeface="맑은 고딕" panose="020B0503020000020004" pitchFamily="50" charset="-127"/>
              </a:rPr>
              <a:t>CCD_UnfreezeAI</a:t>
            </a:r>
            <a:r>
              <a:rPr lang="en-US" altLang="ko-KR" b="1" dirty="0">
                <a:latin typeface="맑은 고딕" panose="020B0503020000020004" pitchFamily="50" charset="-127"/>
              </a:rPr>
              <a:t>: SCP </a:t>
            </a:r>
            <a:r>
              <a:rPr lang="ko-KR" altLang="en-US" b="1" dirty="0">
                <a:latin typeface="맑은 고딕" panose="020B0503020000020004" pitchFamily="50" charset="-127"/>
              </a:rPr>
              <a:t>움직임 비활성화</a:t>
            </a:r>
            <a:r>
              <a:rPr lang="en-US" altLang="ko-KR" b="1" dirty="0">
                <a:latin typeface="맑은 고딕" panose="020B0503020000020004" pitchFamily="50" charset="-127"/>
              </a:rPr>
              <a:t>/</a:t>
            </a:r>
            <a:r>
              <a:rPr lang="ko-KR" altLang="en-US" b="1" dirty="0">
                <a:latin typeface="맑은 고딕" panose="020B0503020000020004" pitchFamily="50" charset="-127"/>
              </a:rPr>
              <a:t>활성화</a:t>
            </a:r>
            <a:r>
              <a:rPr lang="en-US" altLang="ko-KR" b="1" dirty="0">
                <a:latin typeface="맑은 고딕" panose="020B0503020000020004" pitchFamily="50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>
                <a:latin typeface="맑은 고딕" panose="020B0503020000020004" pitchFamily="50" charset="-127"/>
              </a:rPr>
              <a:t>CCD_CleanAll</a:t>
            </a:r>
            <a:r>
              <a:rPr lang="en-US" altLang="ko-KR" b="1" dirty="0">
                <a:latin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</a:rPr>
              <a:t>청소 대상 모두 제거</a:t>
            </a:r>
            <a:r>
              <a:rPr lang="en-US" altLang="ko-KR" b="1" dirty="0">
                <a:latin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한 개 이상은 청소 해야 명령어 정상 작동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 err="1">
                <a:latin typeface="맑은 고딕" panose="020B0503020000020004" pitchFamily="50" charset="-127"/>
              </a:rPr>
              <a:t>CCD_SetLifeCount</a:t>
            </a:r>
            <a:r>
              <a:rPr lang="en-US" altLang="ko-KR" b="1" dirty="0">
                <a:latin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</a:rPr>
              <a:t>숫자</a:t>
            </a:r>
            <a:r>
              <a:rPr lang="en-US" altLang="ko-KR" b="1" dirty="0">
                <a:latin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</a:rPr>
              <a:t>남은 목숨 수를 </a:t>
            </a:r>
            <a:r>
              <a:rPr lang="en-US" altLang="ko-KR" b="1" dirty="0">
                <a:latin typeface="맑은 고딕" panose="020B0503020000020004" pitchFamily="50" charset="-127"/>
              </a:rPr>
              <a:t>(</a:t>
            </a:r>
            <a:r>
              <a:rPr lang="ko-KR" altLang="en-US" b="1" dirty="0">
                <a:latin typeface="맑은 고딕" panose="020B0503020000020004" pitchFamily="50" charset="-127"/>
              </a:rPr>
              <a:t>숫자</a:t>
            </a:r>
            <a:r>
              <a:rPr lang="en-US" altLang="ko-KR" b="1" dirty="0">
                <a:latin typeface="맑은 고딕" panose="020B0503020000020004" pitchFamily="50" charset="-127"/>
              </a:rPr>
              <a:t>)</a:t>
            </a:r>
            <a:r>
              <a:rPr lang="ko-KR" altLang="en-US" b="1" dirty="0">
                <a:latin typeface="맑은 고딕" panose="020B0503020000020004" pitchFamily="50" charset="-127"/>
              </a:rPr>
              <a:t>로 변경</a:t>
            </a:r>
            <a:endParaRPr lang="en-US" altLang="ko-KR" b="1" dirty="0">
              <a:latin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latin typeface="맑은 고딕" panose="020B0503020000020004" pitchFamily="50" charset="-127"/>
              </a:rPr>
              <a:t>세션 당 최대 </a:t>
            </a:r>
            <a:r>
              <a:rPr lang="en-US" altLang="ko-KR" b="1" dirty="0">
                <a:latin typeface="맑은 고딕" panose="020B0503020000020004" pitchFamily="50" charset="-127"/>
              </a:rPr>
              <a:t>3</a:t>
            </a:r>
            <a:r>
              <a:rPr lang="ko-KR" altLang="en-US" b="1" dirty="0">
                <a:latin typeface="맑은 고딕" panose="020B0503020000020004" pitchFamily="50" charset="-127"/>
              </a:rPr>
              <a:t>명의 플레이어가 참가할 수 있습니다</a:t>
            </a:r>
            <a:r>
              <a:rPr lang="en-US" altLang="ko-KR" b="1" dirty="0">
                <a:latin typeface="맑은 고딕" panose="020B0503020000020004" pitchFamily="50" charset="-127"/>
              </a:rPr>
              <a:t>. 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(3</a:t>
            </a: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인 권장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latin typeface="맑은 고딕" panose="020B0503020000020004" pitchFamily="50" charset="-127"/>
              </a:rPr>
              <a:t>맵 이동 시 모든 플레이어가 모두 모여야 합니다</a:t>
            </a:r>
            <a:r>
              <a:rPr lang="en-US" altLang="ko-KR" b="1" dirty="0">
                <a:latin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latin typeface="맑은 고딕" panose="020B0503020000020004" pitchFamily="50" charset="-127"/>
              </a:rPr>
              <a:t>로비가 아니라면 게임의 중도 참가는 불가능합니다</a:t>
            </a:r>
            <a:r>
              <a:rPr lang="en-US" altLang="ko-KR" b="1" dirty="0">
                <a:latin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latin typeface="맑은 고딕" panose="020B0503020000020004" pitchFamily="50" charset="-127"/>
              </a:rPr>
              <a:t>타이틀에서 이름을 설정하실 수 있습니다</a:t>
            </a:r>
            <a:r>
              <a:rPr lang="en-US" altLang="ko-KR" b="1" dirty="0">
                <a:latin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latin typeface="맑은 고딕" panose="020B0503020000020004" pitchFamily="50" charset="-127"/>
              </a:rPr>
              <a:t>남은 목숨 수가 </a:t>
            </a:r>
            <a:r>
              <a:rPr lang="en-US" altLang="ko-KR" b="1" dirty="0">
                <a:latin typeface="맑은 고딕" panose="020B0503020000020004" pitchFamily="50" charset="-127"/>
              </a:rPr>
              <a:t>0</a:t>
            </a:r>
            <a:r>
              <a:rPr lang="ko-KR" altLang="en-US" b="1" dirty="0">
                <a:latin typeface="맑은 고딕" panose="020B0503020000020004" pitchFamily="50" charset="-127"/>
              </a:rPr>
              <a:t>인 상태에서 플레이어가 사망 시</a:t>
            </a:r>
            <a:r>
              <a:rPr lang="en-US" altLang="ko-KR" b="1" dirty="0">
                <a:latin typeface="맑은 고딕" panose="020B0503020000020004" pitchFamily="50" charset="-127"/>
              </a:rPr>
              <a:t>, </a:t>
            </a:r>
            <a:r>
              <a:rPr lang="ko-KR" altLang="en-US" b="1" dirty="0">
                <a:latin typeface="맑은 고딕" panose="020B0503020000020004" pitchFamily="50" charset="-127"/>
              </a:rPr>
              <a:t>게임이 종료되며 로비로 돌아갑니다</a:t>
            </a:r>
            <a:r>
              <a:rPr lang="en-US" altLang="ko-KR" b="1" dirty="0">
                <a:latin typeface="맑은 고딕" panose="020B0503020000020004" pitchFamily="50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청소 실패 시 청소 현황이 초기화됩니다</a:t>
            </a:r>
            <a:r>
              <a:rPr lang="en-US" altLang="ko-KR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ADBEFF-D68B-4C72-1165-5E52FFB4B39C}"/>
              </a:ext>
            </a:extLst>
          </p:cNvPr>
          <p:cNvSpPr txBox="1"/>
          <p:nvPr/>
        </p:nvSpPr>
        <p:spPr>
          <a:xfrm>
            <a:off x="3696875" y="421769"/>
            <a:ext cx="4798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49413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9F4B-24FE-E9B1-1DD2-BE82775C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키보드, 사무 장비, 입력 장치, 컴퓨터 키보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6314D5-097E-8784-F887-893F8029D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049" y="354575"/>
            <a:ext cx="7635902" cy="2827265"/>
          </a:xfrm>
          <a:prstGeom prst="rect">
            <a:avLst/>
          </a:prstGeom>
        </p:spPr>
      </p:pic>
      <p:sp>
        <p:nvSpPr>
          <p:cNvPr id="6" name="십자형 12">
            <a:extLst>
              <a:ext uri="{FF2B5EF4-FFF2-40B4-BE49-F238E27FC236}">
                <a16:creationId xmlns:a16="http://schemas.microsoft.com/office/drawing/2014/main" id="{CAE4216D-292B-890E-8C67-C82FD586AAD9}"/>
              </a:ext>
            </a:extLst>
          </p:cNvPr>
          <p:cNvSpPr/>
          <p:nvPr/>
        </p:nvSpPr>
        <p:spPr>
          <a:xfrm>
            <a:off x="3071404" y="1436739"/>
            <a:ext cx="1234440" cy="826768"/>
          </a:xfrm>
          <a:custGeom>
            <a:avLst/>
            <a:gdLst>
              <a:gd name="connsiteX0" fmla="*/ 0 w 1203960"/>
              <a:gd name="connsiteY0" fmla="*/ 442347 h 1211580"/>
              <a:gd name="connsiteX1" fmla="*/ 442347 w 1203960"/>
              <a:gd name="connsiteY1" fmla="*/ 442347 h 1211580"/>
              <a:gd name="connsiteX2" fmla="*/ 442347 w 1203960"/>
              <a:gd name="connsiteY2" fmla="*/ 0 h 1211580"/>
              <a:gd name="connsiteX3" fmla="*/ 761613 w 1203960"/>
              <a:gd name="connsiteY3" fmla="*/ 0 h 1211580"/>
              <a:gd name="connsiteX4" fmla="*/ 761613 w 1203960"/>
              <a:gd name="connsiteY4" fmla="*/ 442347 h 1211580"/>
              <a:gd name="connsiteX5" fmla="*/ 1203960 w 1203960"/>
              <a:gd name="connsiteY5" fmla="*/ 442347 h 1211580"/>
              <a:gd name="connsiteX6" fmla="*/ 1203960 w 1203960"/>
              <a:gd name="connsiteY6" fmla="*/ 769233 h 1211580"/>
              <a:gd name="connsiteX7" fmla="*/ 761613 w 1203960"/>
              <a:gd name="connsiteY7" fmla="*/ 769233 h 1211580"/>
              <a:gd name="connsiteX8" fmla="*/ 761613 w 1203960"/>
              <a:gd name="connsiteY8" fmla="*/ 1211580 h 1211580"/>
              <a:gd name="connsiteX9" fmla="*/ 442347 w 1203960"/>
              <a:gd name="connsiteY9" fmla="*/ 1211580 h 1211580"/>
              <a:gd name="connsiteX10" fmla="*/ 442347 w 1203960"/>
              <a:gd name="connsiteY10" fmla="*/ 769233 h 1211580"/>
              <a:gd name="connsiteX11" fmla="*/ 0 w 1203960"/>
              <a:gd name="connsiteY11" fmla="*/ 769233 h 1211580"/>
              <a:gd name="connsiteX12" fmla="*/ 0 w 1203960"/>
              <a:gd name="connsiteY12" fmla="*/ 442347 h 1211580"/>
              <a:gd name="connsiteX0" fmla="*/ 0 w 1203960"/>
              <a:gd name="connsiteY0" fmla="*/ 442347 h 1211580"/>
              <a:gd name="connsiteX1" fmla="*/ 442347 w 1203960"/>
              <a:gd name="connsiteY1" fmla="*/ 442347 h 1211580"/>
              <a:gd name="connsiteX2" fmla="*/ 442347 w 1203960"/>
              <a:gd name="connsiteY2" fmla="*/ 0 h 1211580"/>
              <a:gd name="connsiteX3" fmla="*/ 761613 w 1203960"/>
              <a:gd name="connsiteY3" fmla="*/ 0 h 1211580"/>
              <a:gd name="connsiteX4" fmla="*/ 761613 w 1203960"/>
              <a:gd name="connsiteY4" fmla="*/ 442347 h 1211580"/>
              <a:gd name="connsiteX5" fmla="*/ 1203960 w 1203960"/>
              <a:gd name="connsiteY5" fmla="*/ 442347 h 1211580"/>
              <a:gd name="connsiteX6" fmla="*/ 1203960 w 1203960"/>
              <a:gd name="connsiteY6" fmla="*/ 769233 h 1211580"/>
              <a:gd name="connsiteX7" fmla="*/ 761613 w 1203960"/>
              <a:gd name="connsiteY7" fmla="*/ 769233 h 1211580"/>
              <a:gd name="connsiteX8" fmla="*/ 761613 w 1203960"/>
              <a:gd name="connsiteY8" fmla="*/ 1211580 h 1211580"/>
              <a:gd name="connsiteX9" fmla="*/ 442347 w 1203960"/>
              <a:gd name="connsiteY9" fmla="*/ 769233 h 1211580"/>
              <a:gd name="connsiteX10" fmla="*/ 0 w 1203960"/>
              <a:gd name="connsiteY10" fmla="*/ 769233 h 1211580"/>
              <a:gd name="connsiteX11" fmla="*/ 0 w 1203960"/>
              <a:gd name="connsiteY11" fmla="*/ 442347 h 1211580"/>
              <a:gd name="connsiteX0" fmla="*/ 0 w 1203960"/>
              <a:gd name="connsiteY0" fmla="*/ 442347 h 769233"/>
              <a:gd name="connsiteX1" fmla="*/ 442347 w 1203960"/>
              <a:gd name="connsiteY1" fmla="*/ 442347 h 769233"/>
              <a:gd name="connsiteX2" fmla="*/ 442347 w 1203960"/>
              <a:gd name="connsiteY2" fmla="*/ 0 h 769233"/>
              <a:gd name="connsiteX3" fmla="*/ 761613 w 1203960"/>
              <a:gd name="connsiteY3" fmla="*/ 0 h 769233"/>
              <a:gd name="connsiteX4" fmla="*/ 761613 w 1203960"/>
              <a:gd name="connsiteY4" fmla="*/ 442347 h 769233"/>
              <a:gd name="connsiteX5" fmla="*/ 1203960 w 1203960"/>
              <a:gd name="connsiteY5" fmla="*/ 442347 h 769233"/>
              <a:gd name="connsiteX6" fmla="*/ 1203960 w 1203960"/>
              <a:gd name="connsiteY6" fmla="*/ 769233 h 769233"/>
              <a:gd name="connsiteX7" fmla="*/ 761613 w 1203960"/>
              <a:gd name="connsiteY7" fmla="*/ 769233 h 769233"/>
              <a:gd name="connsiteX8" fmla="*/ 442347 w 1203960"/>
              <a:gd name="connsiteY8" fmla="*/ 769233 h 769233"/>
              <a:gd name="connsiteX9" fmla="*/ 0 w 1203960"/>
              <a:gd name="connsiteY9" fmla="*/ 769233 h 769233"/>
              <a:gd name="connsiteX10" fmla="*/ 0 w 1203960"/>
              <a:gd name="connsiteY10" fmla="*/ 442347 h 769233"/>
              <a:gd name="connsiteX0" fmla="*/ 0 w 1203960"/>
              <a:gd name="connsiteY0" fmla="*/ 442347 h 769233"/>
              <a:gd name="connsiteX1" fmla="*/ 301142 w 1203960"/>
              <a:gd name="connsiteY1" fmla="*/ 442347 h 769233"/>
              <a:gd name="connsiteX2" fmla="*/ 442347 w 1203960"/>
              <a:gd name="connsiteY2" fmla="*/ 0 h 769233"/>
              <a:gd name="connsiteX3" fmla="*/ 761613 w 1203960"/>
              <a:gd name="connsiteY3" fmla="*/ 0 h 769233"/>
              <a:gd name="connsiteX4" fmla="*/ 761613 w 1203960"/>
              <a:gd name="connsiteY4" fmla="*/ 442347 h 769233"/>
              <a:gd name="connsiteX5" fmla="*/ 1203960 w 1203960"/>
              <a:gd name="connsiteY5" fmla="*/ 442347 h 769233"/>
              <a:gd name="connsiteX6" fmla="*/ 1203960 w 1203960"/>
              <a:gd name="connsiteY6" fmla="*/ 769233 h 769233"/>
              <a:gd name="connsiteX7" fmla="*/ 761613 w 1203960"/>
              <a:gd name="connsiteY7" fmla="*/ 769233 h 769233"/>
              <a:gd name="connsiteX8" fmla="*/ 442347 w 1203960"/>
              <a:gd name="connsiteY8" fmla="*/ 769233 h 769233"/>
              <a:gd name="connsiteX9" fmla="*/ 0 w 1203960"/>
              <a:gd name="connsiteY9" fmla="*/ 769233 h 769233"/>
              <a:gd name="connsiteX10" fmla="*/ 0 w 1203960"/>
              <a:gd name="connsiteY10" fmla="*/ 442347 h 769233"/>
              <a:gd name="connsiteX0" fmla="*/ 0 w 1203960"/>
              <a:gd name="connsiteY0" fmla="*/ 442347 h 769233"/>
              <a:gd name="connsiteX1" fmla="*/ 301142 w 1203960"/>
              <a:gd name="connsiteY1" fmla="*/ 442347 h 769233"/>
              <a:gd name="connsiteX2" fmla="*/ 304858 w 1203960"/>
              <a:gd name="connsiteY2" fmla="*/ 0 h 769233"/>
              <a:gd name="connsiteX3" fmla="*/ 761613 w 1203960"/>
              <a:gd name="connsiteY3" fmla="*/ 0 h 769233"/>
              <a:gd name="connsiteX4" fmla="*/ 761613 w 1203960"/>
              <a:gd name="connsiteY4" fmla="*/ 442347 h 769233"/>
              <a:gd name="connsiteX5" fmla="*/ 1203960 w 1203960"/>
              <a:gd name="connsiteY5" fmla="*/ 442347 h 769233"/>
              <a:gd name="connsiteX6" fmla="*/ 1203960 w 1203960"/>
              <a:gd name="connsiteY6" fmla="*/ 769233 h 769233"/>
              <a:gd name="connsiteX7" fmla="*/ 761613 w 1203960"/>
              <a:gd name="connsiteY7" fmla="*/ 769233 h 769233"/>
              <a:gd name="connsiteX8" fmla="*/ 442347 w 1203960"/>
              <a:gd name="connsiteY8" fmla="*/ 769233 h 769233"/>
              <a:gd name="connsiteX9" fmla="*/ 0 w 1203960"/>
              <a:gd name="connsiteY9" fmla="*/ 769233 h 769233"/>
              <a:gd name="connsiteX10" fmla="*/ 0 w 1203960"/>
              <a:gd name="connsiteY10" fmla="*/ 442347 h 769233"/>
              <a:gd name="connsiteX0" fmla="*/ 0 w 1203960"/>
              <a:gd name="connsiteY0" fmla="*/ 442347 h 769233"/>
              <a:gd name="connsiteX1" fmla="*/ 301142 w 1203960"/>
              <a:gd name="connsiteY1" fmla="*/ 442347 h 769233"/>
              <a:gd name="connsiteX2" fmla="*/ 304858 w 1203960"/>
              <a:gd name="connsiteY2" fmla="*/ 98200 h 769233"/>
              <a:gd name="connsiteX3" fmla="*/ 761613 w 1203960"/>
              <a:gd name="connsiteY3" fmla="*/ 0 h 769233"/>
              <a:gd name="connsiteX4" fmla="*/ 761613 w 1203960"/>
              <a:gd name="connsiteY4" fmla="*/ 442347 h 769233"/>
              <a:gd name="connsiteX5" fmla="*/ 1203960 w 1203960"/>
              <a:gd name="connsiteY5" fmla="*/ 442347 h 769233"/>
              <a:gd name="connsiteX6" fmla="*/ 1203960 w 1203960"/>
              <a:gd name="connsiteY6" fmla="*/ 769233 h 769233"/>
              <a:gd name="connsiteX7" fmla="*/ 761613 w 1203960"/>
              <a:gd name="connsiteY7" fmla="*/ 769233 h 769233"/>
              <a:gd name="connsiteX8" fmla="*/ 442347 w 1203960"/>
              <a:gd name="connsiteY8" fmla="*/ 769233 h 769233"/>
              <a:gd name="connsiteX9" fmla="*/ 0 w 1203960"/>
              <a:gd name="connsiteY9" fmla="*/ 769233 h 769233"/>
              <a:gd name="connsiteX10" fmla="*/ 0 w 1203960"/>
              <a:gd name="connsiteY10" fmla="*/ 442347 h 769233"/>
              <a:gd name="connsiteX0" fmla="*/ 0 w 1203960"/>
              <a:gd name="connsiteY0" fmla="*/ 350694 h 677580"/>
              <a:gd name="connsiteX1" fmla="*/ 301142 w 1203960"/>
              <a:gd name="connsiteY1" fmla="*/ 350694 h 677580"/>
              <a:gd name="connsiteX2" fmla="*/ 304858 w 1203960"/>
              <a:gd name="connsiteY2" fmla="*/ 6547 h 677580"/>
              <a:gd name="connsiteX3" fmla="*/ 709590 w 1203960"/>
              <a:gd name="connsiteY3" fmla="*/ 0 h 677580"/>
              <a:gd name="connsiteX4" fmla="*/ 761613 w 1203960"/>
              <a:gd name="connsiteY4" fmla="*/ 350694 h 677580"/>
              <a:gd name="connsiteX5" fmla="*/ 1203960 w 1203960"/>
              <a:gd name="connsiteY5" fmla="*/ 350694 h 677580"/>
              <a:gd name="connsiteX6" fmla="*/ 1203960 w 1203960"/>
              <a:gd name="connsiteY6" fmla="*/ 677580 h 677580"/>
              <a:gd name="connsiteX7" fmla="*/ 761613 w 1203960"/>
              <a:gd name="connsiteY7" fmla="*/ 677580 h 677580"/>
              <a:gd name="connsiteX8" fmla="*/ 442347 w 1203960"/>
              <a:gd name="connsiteY8" fmla="*/ 677580 h 677580"/>
              <a:gd name="connsiteX9" fmla="*/ 0 w 1203960"/>
              <a:gd name="connsiteY9" fmla="*/ 677580 h 677580"/>
              <a:gd name="connsiteX10" fmla="*/ 0 w 1203960"/>
              <a:gd name="connsiteY10" fmla="*/ 350694 h 677580"/>
              <a:gd name="connsiteX0" fmla="*/ 0 w 1203960"/>
              <a:gd name="connsiteY0" fmla="*/ 350694 h 677580"/>
              <a:gd name="connsiteX1" fmla="*/ 301142 w 1203960"/>
              <a:gd name="connsiteY1" fmla="*/ 350694 h 677580"/>
              <a:gd name="connsiteX2" fmla="*/ 304858 w 1203960"/>
              <a:gd name="connsiteY2" fmla="*/ 6547 h 677580"/>
              <a:gd name="connsiteX3" fmla="*/ 709590 w 1203960"/>
              <a:gd name="connsiteY3" fmla="*/ 0 h 677580"/>
              <a:gd name="connsiteX4" fmla="*/ 702158 w 1203960"/>
              <a:gd name="connsiteY4" fmla="*/ 340874 h 677580"/>
              <a:gd name="connsiteX5" fmla="*/ 1203960 w 1203960"/>
              <a:gd name="connsiteY5" fmla="*/ 350694 h 677580"/>
              <a:gd name="connsiteX6" fmla="*/ 1203960 w 1203960"/>
              <a:gd name="connsiteY6" fmla="*/ 677580 h 677580"/>
              <a:gd name="connsiteX7" fmla="*/ 761613 w 1203960"/>
              <a:gd name="connsiteY7" fmla="*/ 677580 h 677580"/>
              <a:gd name="connsiteX8" fmla="*/ 442347 w 1203960"/>
              <a:gd name="connsiteY8" fmla="*/ 677580 h 677580"/>
              <a:gd name="connsiteX9" fmla="*/ 0 w 1203960"/>
              <a:gd name="connsiteY9" fmla="*/ 677580 h 677580"/>
              <a:gd name="connsiteX10" fmla="*/ 0 w 1203960"/>
              <a:gd name="connsiteY10" fmla="*/ 350694 h 677580"/>
              <a:gd name="connsiteX0" fmla="*/ 0 w 1203960"/>
              <a:gd name="connsiteY0" fmla="*/ 344147 h 671033"/>
              <a:gd name="connsiteX1" fmla="*/ 301142 w 1203960"/>
              <a:gd name="connsiteY1" fmla="*/ 344147 h 671033"/>
              <a:gd name="connsiteX2" fmla="*/ 304858 w 1203960"/>
              <a:gd name="connsiteY2" fmla="*/ 0 h 671033"/>
              <a:gd name="connsiteX3" fmla="*/ 702158 w 1203960"/>
              <a:gd name="connsiteY3" fmla="*/ 3273 h 671033"/>
              <a:gd name="connsiteX4" fmla="*/ 702158 w 1203960"/>
              <a:gd name="connsiteY4" fmla="*/ 334327 h 671033"/>
              <a:gd name="connsiteX5" fmla="*/ 1203960 w 1203960"/>
              <a:gd name="connsiteY5" fmla="*/ 344147 h 671033"/>
              <a:gd name="connsiteX6" fmla="*/ 1203960 w 1203960"/>
              <a:gd name="connsiteY6" fmla="*/ 671033 h 671033"/>
              <a:gd name="connsiteX7" fmla="*/ 761613 w 1203960"/>
              <a:gd name="connsiteY7" fmla="*/ 671033 h 671033"/>
              <a:gd name="connsiteX8" fmla="*/ 442347 w 1203960"/>
              <a:gd name="connsiteY8" fmla="*/ 671033 h 671033"/>
              <a:gd name="connsiteX9" fmla="*/ 0 w 1203960"/>
              <a:gd name="connsiteY9" fmla="*/ 671033 h 671033"/>
              <a:gd name="connsiteX10" fmla="*/ 0 w 1203960"/>
              <a:gd name="connsiteY10" fmla="*/ 344147 h 671033"/>
              <a:gd name="connsiteX0" fmla="*/ 0 w 1203960"/>
              <a:gd name="connsiteY0" fmla="*/ 344147 h 671033"/>
              <a:gd name="connsiteX1" fmla="*/ 301142 w 1203960"/>
              <a:gd name="connsiteY1" fmla="*/ 344147 h 671033"/>
              <a:gd name="connsiteX2" fmla="*/ 304858 w 1203960"/>
              <a:gd name="connsiteY2" fmla="*/ 0 h 671033"/>
              <a:gd name="connsiteX3" fmla="*/ 702158 w 1203960"/>
              <a:gd name="connsiteY3" fmla="*/ 3273 h 671033"/>
              <a:gd name="connsiteX4" fmla="*/ 720737 w 1203960"/>
              <a:gd name="connsiteY4" fmla="*/ 344147 h 671033"/>
              <a:gd name="connsiteX5" fmla="*/ 1203960 w 1203960"/>
              <a:gd name="connsiteY5" fmla="*/ 344147 h 671033"/>
              <a:gd name="connsiteX6" fmla="*/ 1203960 w 1203960"/>
              <a:gd name="connsiteY6" fmla="*/ 671033 h 671033"/>
              <a:gd name="connsiteX7" fmla="*/ 761613 w 1203960"/>
              <a:gd name="connsiteY7" fmla="*/ 671033 h 671033"/>
              <a:gd name="connsiteX8" fmla="*/ 442347 w 1203960"/>
              <a:gd name="connsiteY8" fmla="*/ 671033 h 671033"/>
              <a:gd name="connsiteX9" fmla="*/ 0 w 1203960"/>
              <a:gd name="connsiteY9" fmla="*/ 671033 h 671033"/>
              <a:gd name="connsiteX10" fmla="*/ 0 w 1203960"/>
              <a:gd name="connsiteY10" fmla="*/ 344147 h 671033"/>
              <a:gd name="connsiteX0" fmla="*/ 0 w 1203960"/>
              <a:gd name="connsiteY0" fmla="*/ 344147 h 671033"/>
              <a:gd name="connsiteX1" fmla="*/ 301142 w 1203960"/>
              <a:gd name="connsiteY1" fmla="*/ 344147 h 671033"/>
              <a:gd name="connsiteX2" fmla="*/ 304858 w 1203960"/>
              <a:gd name="connsiteY2" fmla="*/ 0 h 671033"/>
              <a:gd name="connsiteX3" fmla="*/ 702158 w 1203960"/>
              <a:gd name="connsiteY3" fmla="*/ 3273 h 671033"/>
              <a:gd name="connsiteX4" fmla="*/ 709590 w 1203960"/>
              <a:gd name="connsiteY4" fmla="*/ 344147 h 671033"/>
              <a:gd name="connsiteX5" fmla="*/ 1203960 w 1203960"/>
              <a:gd name="connsiteY5" fmla="*/ 344147 h 671033"/>
              <a:gd name="connsiteX6" fmla="*/ 1203960 w 1203960"/>
              <a:gd name="connsiteY6" fmla="*/ 671033 h 671033"/>
              <a:gd name="connsiteX7" fmla="*/ 761613 w 1203960"/>
              <a:gd name="connsiteY7" fmla="*/ 671033 h 671033"/>
              <a:gd name="connsiteX8" fmla="*/ 442347 w 1203960"/>
              <a:gd name="connsiteY8" fmla="*/ 671033 h 671033"/>
              <a:gd name="connsiteX9" fmla="*/ 0 w 1203960"/>
              <a:gd name="connsiteY9" fmla="*/ 671033 h 671033"/>
              <a:gd name="connsiteX10" fmla="*/ 0 w 1203960"/>
              <a:gd name="connsiteY10" fmla="*/ 344147 h 671033"/>
              <a:gd name="connsiteX0" fmla="*/ 0 w 1203960"/>
              <a:gd name="connsiteY0" fmla="*/ 344147 h 671033"/>
              <a:gd name="connsiteX1" fmla="*/ 301142 w 1203960"/>
              <a:gd name="connsiteY1" fmla="*/ 344147 h 671033"/>
              <a:gd name="connsiteX2" fmla="*/ 304858 w 1203960"/>
              <a:gd name="connsiteY2" fmla="*/ 0 h 671033"/>
              <a:gd name="connsiteX3" fmla="*/ 702158 w 1203960"/>
              <a:gd name="connsiteY3" fmla="*/ 3273 h 671033"/>
              <a:gd name="connsiteX4" fmla="*/ 698442 w 1203960"/>
              <a:gd name="connsiteY4" fmla="*/ 347420 h 671033"/>
              <a:gd name="connsiteX5" fmla="*/ 1203960 w 1203960"/>
              <a:gd name="connsiteY5" fmla="*/ 344147 h 671033"/>
              <a:gd name="connsiteX6" fmla="*/ 1203960 w 1203960"/>
              <a:gd name="connsiteY6" fmla="*/ 671033 h 671033"/>
              <a:gd name="connsiteX7" fmla="*/ 761613 w 1203960"/>
              <a:gd name="connsiteY7" fmla="*/ 671033 h 671033"/>
              <a:gd name="connsiteX8" fmla="*/ 442347 w 1203960"/>
              <a:gd name="connsiteY8" fmla="*/ 671033 h 671033"/>
              <a:gd name="connsiteX9" fmla="*/ 0 w 1203960"/>
              <a:gd name="connsiteY9" fmla="*/ 671033 h 671033"/>
              <a:gd name="connsiteX10" fmla="*/ 0 w 1203960"/>
              <a:gd name="connsiteY10" fmla="*/ 344147 h 671033"/>
              <a:gd name="connsiteX0" fmla="*/ 0 w 1203960"/>
              <a:gd name="connsiteY0" fmla="*/ 344147 h 671033"/>
              <a:gd name="connsiteX1" fmla="*/ 301142 w 1203960"/>
              <a:gd name="connsiteY1" fmla="*/ 344147 h 671033"/>
              <a:gd name="connsiteX2" fmla="*/ 304858 w 1203960"/>
              <a:gd name="connsiteY2" fmla="*/ 0 h 671033"/>
              <a:gd name="connsiteX3" fmla="*/ 702158 w 1203960"/>
              <a:gd name="connsiteY3" fmla="*/ 3273 h 671033"/>
              <a:gd name="connsiteX4" fmla="*/ 698442 w 1203960"/>
              <a:gd name="connsiteY4" fmla="*/ 344147 h 671033"/>
              <a:gd name="connsiteX5" fmla="*/ 1203960 w 1203960"/>
              <a:gd name="connsiteY5" fmla="*/ 344147 h 671033"/>
              <a:gd name="connsiteX6" fmla="*/ 1203960 w 1203960"/>
              <a:gd name="connsiteY6" fmla="*/ 671033 h 671033"/>
              <a:gd name="connsiteX7" fmla="*/ 761613 w 1203960"/>
              <a:gd name="connsiteY7" fmla="*/ 671033 h 671033"/>
              <a:gd name="connsiteX8" fmla="*/ 442347 w 1203960"/>
              <a:gd name="connsiteY8" fmla="*/ 671033 h 671033"/>
              <a:gd name="connsiteX9" fmla="*/ 0 w 1203960"/>
              <a:gd name="connsiteY9" fmla="*/ 671033 h 671033"/>
              <a:gd name="connsiteX10" fmla="*/ 0 w 1203960"/>
              <a:gd name="connsiteY10" fmla="*/ 344147 h 671033"/>
              <a:gd name="connsiteX0" fmla="*/ 0 w 1203960"/>
              <a:gd name="connsiteY0" fmla="*/ 383426 h 710312"/>
              <a:gd name="connsiteX1" fmla="*/ 301142 w 1203960"/>
              <a:gd name="connsiteY1" fmla="*/ 383426 h 710312"/>
              <a:gd name="connsiteX2" fmla="*/ 304706 w 1203960"/>
              <a:gd name="connsiteY2" fmla="*/ 0 h 710312"/>
              <a:gd name="connsiteX3" fmla="*/ 702158 w 1203960"/>
              <a:gd name="connsiteY3" fmla="*/ 42552 h 710312"/>
              <a:gd name="connsiteX4" fmla="*/ 698442 w 1203960"/>
              <a:gd name="connsiteY4" fmla="*/ 383426 h 710312"/>
              <a:gd name="connsiteX5" fmla="*/ 1203960 w 1203960"/>
              <a:gd name="connsiteY5" fmla="*/ 383426 h 710312"/>
              <a:gd name="connsiteX6" fmla="*/ 1203960 w 1203960"/>
              <a:gd name="connsiteY6" fmla="*/ 710312 h 710312"/>
              <a:gd name="connsiteX7" fmla="*/ 761613 w 1203960"/>
              <a:gd name="connsiteY7" fmla="*/ 710312 h 710312"/>
              <a:gd name="connsiteX8" fmla="*/ 442347 w 1203960"/>
              <a:gd name="connsiteY8" fmla="*/ 710312 h 710312"/>
              <a:gd name="connsiteX9" fmla="*/ 0 w 1203960"/>
              <a:gd name="connsiteY9" fmla="*/ 710312 h 710312"/>
              <a:gd name="connsiteX10" fmla="*/ 0 w 1203960"/>
              <a:gd name="connsiteY10" fmla="*/ 383426 h 710312"/>
              <a:gd name="connsiteX0" fmla="*/ 0 w 1203960"/>
              <a:gd name="connsiteY0" fmla="*/ 422705 h 749591"/>
              <a:gd name="connsiteX1" fmla="*/ 301142 w 1203960"/>
              <a:gd name="connsiteY1" fmla="*/ 422705 h 749591"/>
              <a:gd name="connsiteX2" fmla="*/ 304706 w 1203960"/>
              <a:gd name="connsiteY2" fmla="*/ 39279 h 749591"/>
              <a:gd name="connsiteX3" fmla="*/ 706026 w 1203960"/>
              <a:gd name="connsiteY3" fmla="*/ 0 h 749591"/>
              <a:gd name="connsiteX4" fmla="*/ 698442 w 1203960"/>
              <a:gd name="connsiteY4" fmla="*/ 422705 h 749591"/>
              <a:gd name="connsiteX5" fmla="*/ 1203960 w 1203960"/>
              <a:gd name="connsiteY5" fmla="*/ 422705 h 749591"/>
              <a:gd name="connsiteX6" fmla="*/ 1203960 w 1203960"/>
              <a:gd name="connsiteY6" fmla="*/ 749591 h 749591"/>
              <a:gd name="connsiteX7" fmla="*/ 761613 w 1203960"/>
              <a:gd name="connsiteY7" fmla="*/ 749591 h 749591"/>
              <a:gd name="connsiteX8" fmla="*/ 442347 w 1203960"/>
              <a:gd name="connsiteY8" fmla="*/ 749591 h 749591"/>
              <a:gd name="connsiteX9" fmla="*/ 0 w 1203960"/>
              <a:gd name="connsiteY9" fmla="*/ 749591 h 749591"/>
              <a:gd name="connsiteX10" fmla="*/ 0 w 1203960"/>
              <a:gd name="connsiteY10" fmla="*/ 422705 h 749591"/>
              <a:gd name="connsiteX0" fmla="*/ 0 w 1203960"/>
              <a:gd name="connsiteY0" fmla="*/ 383426 h 710312"/>
              <a:gd name="connsiteX1" fmla="*/ 301142 w 1203960"/>
              <a:gd name="connsiteY1" fmla="*/ 383426 h 710312"/>
              <a:gd name="connsiteX2" fmla="*/ 304706 w 1203960"/>
              <a:gd name="connsiteY2" fmla="*/ 0 h 710312"/>
              <a:gd name="connsiteX3" fmla="*/ 706026 w 1203960"/>
              <a:gd name="connsiteY3" fmla="*/ 0 h 710312"/>
              <a:gd name="connsiteX4" fmla="*/ 698442 w 1203960"/>
              <a:gd name="connsiteY4" fmla="*/ 383426 h 710312"/>
              <a:gd name="connsiteX5" fmla="*/ 1203960 w 1203960"/>
              <a:gd name="connsiteY5" fmla="*/ 383426 h 710312"/>
              <a:gd name="connsiteX6" fmla="*/ 1203960 w 1203960"/>
              <a:gd name="connsiteY6" fmla="*/ 710312 h 710312"/>
              <a:gd name="connsiteX7" fmla="*/ 761613 w 1203960"/>
              <a:gd name="connsiteY7" fmla="*/ 710312 h 710312"/>
              <a:gd name="connsiteX8" fmla="*/ 442347 w 1203960"/>
              <a:gd name="connsiteY8" fmla="*/ 710312 h 710312"/>
              <a:gd name="connsiteX9" fmla="*/ 0 w 1203960"/>
              <a:gd name="connsiteY9" fmla="*/ 710312 h 710312"/>
              <a:gd name="connsiteX10" fmla="*/ 0 w 1203960"/>
              <a:gd name="connsiteY10" fmla="*/ 383426 h 710312"/>
              <a:gd name="connsiteX0" fmla="*/ 0 w 1203960"/>
              <a:gd name="connsiteY0" fmla="*/ 383426 h 710312"/>
              <a:gd name="connsiteX1" fmla="*/ 301142 w 1203960"/>
              <a:gd name="connsiteY1" fmla="*/ 383426 h 710312"/>
              <a:gd name="connsiteX2" fmla="*/ 304706 w 1203960"/>
              <a:gd name="connsiteY2" fmla="*/ 0 h 710312"/>
              <a:gd name="connsiteX3" fmla="*/ 706026 w 1203960"/>
              <a:gd name="connsiteY3" fmla="*/ 0 h 710312"/>
              <a:gd name="connsiteX4" fmla="*/ 711448 w 1203960"/>
              <a:gd name="connsiteY4" fmla="*/ 383426 h 710312"/>
              <a:gd name="connsiteX5" fmla="*/ 1203960 w 1203960"/>
              <a:gd name="connsiteY5" fmla="*/ 383426 h 710312"/>
              <a:gd name="connsiteX6" fmla="*/ 1203960 w 1203960"/>
              <a:gd name="connsiteY6" fmla="*/ 710312 h 710312"/>
              <a:gd name="connsiteX7" fmla="*/ 761613 w 1203960"/>
              <a:gd name="connsiteY7" fmla="*/ 710312 h 710312"/>
              <a:gd name="connsiteX8" fmla="*/ 442347 w 1203960"/>
              <a:gd name="connsiteY8" fmla="*/ 710312 h 710312"/>
              <a:gd name="connsiteX9" fmla="*/ 0 w 1203960"/>
              <a:gd name="connsiteY9" fmla="*/ 710312 h 710312"/>
              <a:gd name="connsiteX10" fmla="*/ 0 w 1203960"/>
              <a:gd name="connsiteY10" fmla="*/ 383426 h 710312"/>
              <a:gd name="connsiteX0" fmla="*/ 0 w 1203960"/>
              <a:gd name="connsiteY0" fmla="*/ 383426 h 710312"/>
              <a:gd name="connsiteX1" fmla="*/ 301142 w 1203960"/>
              <a:gd name="connsiteY1" fmla="*/ 383426 h 710312"/>
              <a:gd name="connsiteX2" fmla="*/ 304706 w 1203960"/>
              <a:gd name="connsiteY2" fmla="*/ 0 h 710312"/>
              <a:gd name="connsiteX3" fmla="*/ 706026 w 1203960"/>
              <a:gd name="connsiteY3" fmla="*/ 0 h 710312"/>
              <a:gd name="connsiteX4" fmla="*/ 704016 w 1203960"/>
              <a:gd name="connsiteY4" fmla="*/ 383426 h 710312"/>
              <a:gd name="connsiteX5" fmla="*/ 1203960 w 1203960"/>
              <a:gd name="connsiteY5" fmla="*/ 383426 h 710312"/>
              <a:gd name="connsiteX6" fmla="*/ 1203960 w 1203960"/>
              <a:gd name="connsiteY6" fmla="*/ 710312 h 710312"/>
              <a:gd name="connsiteX7" fmla="*/ 761613 w 1203960"/>
              <a:gd name="connsiteY7" fmla="*/ 710312 h 710312"/>
              <a:gd name="connsiteX8" fmla="*/ 442347 w 1203960"/>
              <a:gd name="connsiteY8" fmla="*/ 710312 h 710312"/>
              <a:gd name="connsiteX9" fmla="*/ 0 w 1203960"/>
              <a:gd name="connsiteY9" fmla="*/ 710312 h 710312"/>
              <a:gd name="connsiteX10" fmla="*/ 0 w 1203960"/>
              <a:gd name="connsiteY10" fmla="*/ 383426 h 71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03960" h="710312">
                <a:moveTo>
                  <a:pt x="0" y="383426"/>
                </a:moveTo>
                <a:lnTo>
                  <a:pt x="301142" y="383426"/>
                </a:lnTo>
                <a:cubicBezTo>
                  <a:pt x="302381" y="235977"/>
                  <a:pt x="303467" y="147449"/>
                  <a:pt x="304706" y="0"/>
                </a:cubicBezTo>
                <a:lnTo>
                  <a:pt x="706026" y="0"/>
                </a:lnTo>
                <a:cubicBezTo>
                  <a:pt x="704787" y="114716"/>
                  <a:pt x="705255" y="268710"/>
                  <a:pt x="704016" y="383426"/>
                </a:cubicBezTo>
                <a:lnTo>
                  <a:pt x="1203960" y="383426"/>
                </a:lnTo>
                <a:lnTo>
                  <a:pt x="1203960" y="710312"/>
                </a:lnTo>
                <a:lnTo>
                  <a:pt x="761613" y="710312"/>
                </a:lnTo>
                <a:lnTo>
                  <a:pt x="442347" y="710312"/>
                </a:lnTo>
                <a:lnTo>
                  <a:pt x="0" y="710312"/>
                </a:lnTo>
                <a:lnTo>
                  <a:pt x="0" y="383426"/>
                </a:lnTo>
                <a:close/>
              </a:path>
            </a:pathLst>
          </a:cu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C6D9AD-70C1-1239-813F-15A006C4C333}"/>
              </a:ext>
            </a:extLst>
          </p:cNvPr>
          <p:cNvSpPr/>
          <p:nvPr/>
        </p:nvSpPr>
        <p:spPr>
          <a:xfrm>
            <a:off x="3904074" y="2682608"/>
            <a:ext cx="2567940" cy="419100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38FBC4-DA10-80F4-C837-6631924C5FF4}"/>
              </a:ext>
            </a:extLst>
          </p:cNvPr>
          <p:cNvSpPr/>
          <p:nvPr/>
        </p:nvSpPr>
        <p:spPr>
          <a:xfrm>
            <a:off x="2380074" y="2284460"/>
            <a:ext cx="914400" cy="398148"/>
          </a:xfrm>
          <a:prstGeom prst="rect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43CA13-3AD6-9BA1-37F0-FC17CD305520}"/>
              </a:ext>
            </a:extLst>
          </p:cNvPr>
          <p:cNvSpPr/>
          <p:nvPr/>
        </p:nvSpPr>
        <p:spPr>
          <a:xfrm>
            <a:off x="2755659" y="1046333"/>
            <a:ext cx="1666575" cy="419100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7D964F-82D2-0A64-CAF3-1E2E9FBA4600}"/>
              </a:ext>
            </a:extLst>
          </p:cNvPr>
          <p:cNvSpPr/>
          <p:nvPr/>
        </p:nvSpPr>
        <p:spPr>
          <a:xfrm>
            <a:off x="2380074" y="1451975"/>
            <a:ext cx="574940" cy="3981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B492F3-C755-8F0E-51BE-C7DE50283DA0}"/>
              </a:ext>
            </a:extLst>
          </p:cNvPr>
          <p:cNvSpPr/>
          <p:nvPr/>
        </p:nvSpPr>
        <p:spPr>
          <a:xfrm>
            <a:off x="2380074" y="445364"/>
            <a:ext cx="375585" cy="398148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915C3D-BB2B-4D21-2768-A133485D4C78}"/>
              </a:ext>
            </a:extLst>
          </p:cNvPr>
          <p:cNvSpPr/>
          <p:nvPr/>
        </p:nvSpPr>
        <p:spPr>
          <a:xfrm>
            <a:off x="4440217" y="1046333"/>
            <a:ext cx="362744" cy="41910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C9F4C9-C3E1-0E49-05F6-BEED3E708E95}"/>
              </a:ext>
            </a:extLst>
          </p:cNvPr>
          <p:cNvSpPr/>
          <p:nvPr/>
        </p:nvSpPr>
        <p:spPr>
          <a:xfrm>
            <a:off x="3713711" y="2263507"/>
            <a:ext cx="362744" cy="419100"/>
          </a:xfrm>
          <a:prstGeom prst="rect">
            <a:avLst/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BFAA65-572E-7E01-528E-27C1A27B6CAD}"/>
              </a:ext>
            </a:extLst>
          </p:cNvPr>
          <p:cNvSpPr/>
          <p:nvPr/>
        </p:nvSpPr>
        <p:spPr>
          <a:xfrm>
            <a:off x="4639224" y="1441499"/>
            <a:ext cx="392610" cy="419100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998673-00A5-612B-66CE-E101C37FBFF5}"/>
              </a:ext>
            </a:extLst>
          </p:cNvPr>
          <p:cNvSpPr/>
          <p:nvPr/>
        </p:nvSpPr>
        <p:spPr>
          <a:xfrm>
            <a:off x="4537390" y="2255765"/>
            <a:ext cx="362744" cy="419100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FCEDE82-747A-E1A1-78D4-B41769259FE5}"/>
              </a:ext>
            </a:extLst>
          </p:cNvPr>
          <p:cNvSpPr/>
          <p:nvPr/>
        </p:nvSpPr>
        <p:spPr>
          <a:xfrm>
            <a:off x="3811487" y="1442347"/>
            <a:ext cx="392610" cy="419100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DD956D-B952-261D-4DE9-DAA829CEDEF3}"/>
              </a:ext>
            </a:extLst>
          </p:cNvPr>
          <p:cNvSpPr txBox="1"/>
          <p:nvPr/>
        </p:nvSpPr>
        <p:spPr>
          <a:xfrm>
            <a:off x="2278049" y="3440979"/>
            <a:ext cx="76359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도구교체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------------------E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상호작용 및 물체 옮기기 가능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도구교체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대걸레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-------------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좌클릭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핏자국 청소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도구교체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스캐너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-------------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좌클릭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근처 사물 탐지 가능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(on/off)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도구교체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블루라이트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--------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좌클릭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핏자국 비추기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(on/off)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시점 변경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인칭 상태에서는 청소 불가능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눈 감기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감정표현 휠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도구교체 휠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</a:rPr>
              <a:t>물체를 들고 있을 때 </a:t>
            </a:r>
            <a:r>
              <a:rPr lang="ko-KR" altLang="en-US" b="1" dirty="0" err="1">
                <a:latin typeface="맑은 고딕" panose="020B0503020000020004" pitchFamily="50" charset="-127"/>
              </a:rPr>
              <a:t>좌클릭</a:t>
            </a:r>
            <a:r>
              <a:rPr lang="en-US" altLang="ko-KR" b="1" dirty="0">
                <a:latin typeface="맑은 고딕" panose="020B0503020000020004" pitchFamily="50" charset="-127"/>
              </a:rPr>
              <a:t>:</a:t>
            </a:r>
            <a:r>
              <a:rPr lang="ko-KR" altLang="en-US" b="1" dirty="0">
                <a:latin typeface="맑은 고딕" panose="020B0503020000020004" pitchFamily="50" charset="-127"/>
              </a:rPr>
              <a:t> 최초 회전 상태로 되돌리기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물체를 들고 있을 때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좌클릭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후 드래그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물체 회전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151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AE73-C4AA-BF48-F01E-D2F483A89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71C9D3D-81A6-5950-671D-02FCD0B30C05}"/>
              </a:ext>
            </a:extLst>
          </p:cNvPr>
          <p:cNvSpPr txBox="1"/>
          <p:nvPr/>
        </p:nvSpPr>
        <p:spPr>
          <a:xfrm>
            <a:off x="2564983" y="5252994"/>
            <a:ext cx="5442193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양동이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오염된 대걸레를 세척할 수 있다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오염된 양동이는 소각 대상에 포함된다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A842187-DF5B-00EB-8FFC-43F3A3E73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537" y="1467036"/>
            <a:ext cx="2628311" cy="31045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1B9090-1272-BC9A-D024-1475B0375FD4}"/>
              </a:ext>
            </a:extLst>
          </p:cNvPr>
          <p:cNvSpPr txBox="1"/>
          <p:nvPr/>
        </p:nvSpPr>
        <p:spPr>
          <a:xfrm>
            <a:off x="2564983" y="4798702"/>
            <a:ext cx="706203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양동이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생성기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버튼을 눌러 깨끗한 물 양동이를 소환할 수 있다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36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0BFF7-4F96-5980-4FBC-4C1BB65C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3BD34AD-CE1F-3FFA-A834-06ECD44B7B12}"/>
              </a:ext>
            </a:extLst>
          </p:cNvPr>
          <p:cNvSpPr txBox="1"/>
          <p:nvPr/>
        </p:nvSpPr>
        <p:spPr>
          <a:xfrm>
            <a:off x="1773810" y="5024467"/>
            <a:ext cx="864437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쓰레기통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생성기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버튼을 눌러 작은 물체들을 담는 쓰레기통을 소환할 수 있다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5EFF7E-EC6E-D0A1-BE5D-82AD771CD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660" y="1606387"/>
            <a:ext cx="4140524" cy="319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390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381C-F949-4662-0C69-14358394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579A5B6-5FDD-FCD5-BA4F-766B0C50E8D9}"/>
              </a:ext>
            </a:extLst>
          </p:cNvPr>
          <p:cNvSpPr txBox="1"/>
          <p:nvPr/>
        </p:nvSpPr>
        <p:spPr>
          <a:xfrm>
            <a:off x="2961346" y="4948246"/>
            <a:ext cx="626930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소각로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오염물질들을 넣고 문을 닫아 소각시킬 수 있다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DAEFDD-81A9-4529-2ADC-53E3FEA9A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652" y="1455462"/>
            <a:ext cx="3442540" cy="334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50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29BC-A449-1099-798C-2B00B32C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DA43278-3D21-9DF2-6446-ED982F07C569}"/>
              </a:ext>
            </a:extLst>
          </p:cNvPr>
          <p:cNvSpPr txBox="1"/>
          <p:nvPr/>
        </p:nvSpPr>
        <p:spPr>
          <a:xfrm>
            <a:off x="3114424" y="4456633"/>
            <a:ext cx="6269307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트럭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엔딩 조건 완료 시 활성화 되며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플레이어가 모두 모인 후 상호작용하면 엔딩을 볼 수 있습니다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엔딩 조건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모든 스테이지 클리어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TIP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포함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D92F32-7362-7E3C-2192-A32FC1255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617" y="963849"/>
            <a:ext cx="3802765" cy="340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99186-6593-F7B9-E5C9-080614AA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FD66F8-F29A-94A2-9C4C-02CFFCD25863}"/>
              </a:ext>
            </a:extLst>
          </p:cNvPr>
          <p:cNvSpPr txBox="1"/>
          <p:nvPr/>
        </p:nvSpPr>
        <p:spPr>
          <a:xfrm>
            <a:off x="4898538" y="758783"/>
            <a:ext cx="2394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맵 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E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</a:t>
            </a:r>
            <a:endParaRPr lang="en-US" altLang="ko-KR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06B9B-CD6D-A772-B7FD-4AE814592AF9}"/>
              </a:ext>
            </a:extLst>
          </p:cNvPr>
          <p:cNvSpPr txBox="1"/>
          <p:nvPr/>
        </p:nvSpPr>
        <p:spPr>
          <a:xfrm>
            <a:off x="3409575" y="5250491"/>
            <a:ext cx="5566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SCP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공략법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개체를 항상 눈에 담고 있어야 한다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8FB859D-20A4-7312-FB5D-D09151A0D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575" y="1668022"/>
            <a:ext cx="5372850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36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433C-0A3F-DCB9-6BFC-59AEE007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BA9598-3C22-8CC6-AB79-5C9148F68648}"/>
              </a:ext>
            </a:extLst>
          </p:cNvPr>
          <p:cNvSpPr txBox="1"/>
          <p:nvPr/>
        </p:nvSpPr>
        <p:spPr>
          <a:xfrm>
            <a:off x="4898538" y="758783"/>
            <a:ext cx="2394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맵 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GYM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25BAA-96AD-AD39-8998-89874529B909}"/>
              </a:ext>
            </a:extLst>
          </p:cNvPr>
          <p:cNvSpPr txBox="1"/>
          <p:nvPr/>
        </p:nvSpPr>
        <p:spPr>
          <a:xfrm>
            <a:off x="3409575" y="5250491"/>
            <a:ext cx="5566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SCP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096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공략법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개체를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정면으로 보지 말 것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31BE6C-E47B-1DDC-7AD4-2815306DA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615" y="1666119"/>
            <a:ext cx="3506770" cy="326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5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3749-5D2D-356E-5279-BBD966B9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D9CC01-5594-334A-AD5B-0BE30B67CA45}"/>
              </a:ext>
            </a:extLst>
          </p:cNvPr>
          <p:cNvSpPr txBox="1"/>
          <p:nvPr/>
        </p:nvSpPr>
        <p:spPr>
          <a:xfrm>
            <a:off x="3696878" y="758783"/>
            <a:ext cx="4798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맵 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TIP (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미완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8C83A-CEDB-4437-D180-B34B3F3C6672}"/>
              </a:ext>
            </a:extLst>
          </p:cNvPr>
          <p:cNvSpPr txBox="1"/>
          <p:nvPr/>
        </p:nvSpPr>
        <p:spPr>
          <a:xfrm>
            <a:off x="3409575" y="5250491"/>
            <a:ext cx="5566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SCP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939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공략법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개체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근처에서 소리를 내지 말 것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A0712A3-43E0-B52B-C8B8-7963309E8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701" y="1580128"/>
            <a:ext cx="3468595" cy="343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4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360</Words>
  <Application>Microsoft Office PowerPoint</Application>
  <PresentationFormat>와이드스크린</PresentationFormat>
  <Paragraphs>52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지민우(2021184035)</dc:creator>
  <cp:lastModifiedBy>cho kevin</cp:lastModifiedBy>
  <cp:revision>54</cp:revision>
  <dcterms:created xsi:type="dcterms:W3CDTF">2025-12-21T09:45:01Z</dcterms:created>
  <dcterms:modified xsi:type="dcterms:W3CDTF">2026-06-01T02:06:36Z</dcterms:modified>
</cp:coreProperties>
</file>